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Effra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rId2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62250" y="2047875"/>
            <a:ext cx="728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924" dirty="0">
                <a:solidFill>
                  <a:srgbClr val="069FD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Ultron</a:t>
            </a:r>
            <a:endParaRPr lang="en-US" sz="1924" dirty="0"/>
          </a:p>
        </p:txBody>
      </p:sp>
      <p:sp>
        <p:nvSpPr>
          <p:cNvPr id="5" name="Text 3"/>
          <p:cNvSpPr/>
          <p:nvPr/>
        </p:nvSpPr>
        <p:spPr>
          <a:xfrm>
            <a:off x="2762250" y="2362200"/>
            <a:ext cx="1042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5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Product Walkthrough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762250" y="2552700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a planned change to a closed one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2762250" y="2895600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October 2026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2762250" y="3009900"/>
            <a:ext cx="309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Version 3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52555" y="2507456"/>
            <a:ext cx="1295448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2847975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81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Overview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2620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343025" y="209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journey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 at a glance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Eight steps take a plan from the Plans list to its outcome. The slides that follow walk through each one.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Open Plans and pick up what needs you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14382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73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573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155733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it, pick the operation, link the change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24955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46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614613" y="2024062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2614613" y="2233613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each target and check its impact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35528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18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718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36718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system checks the plan and every item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46101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16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72916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4729163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Validated and waiting for the change window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56673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64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57864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5786438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Items run in parallel; follow the progress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7246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37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07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684371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6843713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Decide on any task that stops</a:t>
            </a:r>
            <a:endParaRPr lang="en-US" sz="641" dirty="0"/>
          </a:p>
        </p:txBody>
      </p:sp>
      <p:sp>
        <p:nvSpPr>
          <p:cNvPr id="36" name="Shape 34"/>
          <p:cNvSpPr/>
          <p:nvPr/>
        </p:nvSpPr>
        <p:spPr>
          <a:xfrm>
            <a:off x="77819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9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08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9009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79009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Completed, or completed with failures</a:t>
            </a:r>
            <a:endParaRPr lang="en-US" sz="641" dirty="0"/>
          </a:p>
        </p:txBody>
      </p:sp>
      <p:sp>
        <p:nvSpPr>
          <p:cNvPr id="40" name="Shape 38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5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1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5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300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662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Quick Submit for a single change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one target, the same checks happen on a single screen. The system creates the plan in the background.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2775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0289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033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opens as a draft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the targets one by one. Nothing runs until the plan is submitted, so the draft can be changed freely.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90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an item and see its impact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device, tenant and target version. The impact check lists everything the change touches before the item is added.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details and every item are validated. If anything is wrong, the plan comes back with the errors marked, ready to fix.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053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1145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95513" y="20955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Scheduled until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Validation passed and the change record is in place. The plan waits for its change window.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5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52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33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310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runs when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workflow starts and items run in parallel. Each step shows where the plan stands.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3099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item at a glance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Filter by what needs action, what failed, what is running and what is done. Open any item for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8576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157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needs a decision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keeps running. The item that stopped is called out, one click away from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386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33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Everything needed to decide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stopped task shows where and why it failed. The operator chooses Retry, Roll back or Cancel.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29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runs the task again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restarts the whole task from its first milestone, and the item returns to In Progress.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214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item completes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task has finished and the item is marked Completed.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833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262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closes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every item has finished, the change record is closed and the plan shows its outcome.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2519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not every item succeeds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finishes as Completed with failures. The Items tab shows exactly which items did not complete.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2047875"/>
            <a:ext cx="38100" cy="1047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62250" y="2238375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9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Thank you</a:t>
            </a:r>
            <a:endParaRPr lang="en-US" sz="1995" dirty="0"/>
          </a:p>
        </p:txBody>
      </p:sp>
      <p:sp>
        <p:nvSpPr>
          <p:cNvPr id="4" name="Text 2"/>
          <p:cNvSpPr/>
          <p:nvPr/>
        </p:nvSpPr>
        <p:spPr>
          <a:xfrm>
            <a:off x="2762250" y="2628900"/>
            <a:ext cx="1833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Questions and feedback welcome.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6" name="Shape 4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52555" y="2507456"/>
            <a:ext cx="1295448" cy="252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2026-10-07T07:30:23Z</dcterms:created>
  <dcterms:modified xsi:type="dcterms:W3CDTF">2026-10-07T07:30:23Z</dcterms:modified>
</cp:coreProperties>
</file>